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210" y="777240"/>
            <a:ext cx="3979448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233172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F2933"/>
                </a:solidFill>
                <a:latin typeface="Calibri"/>
              </a:rPr>
              <a:t>TreeAlarm VMS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52044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3E4C59"/>
                </a:solidFill>
                <a:latin typeface="Calibri"/>
              </a:rPr>
              <a:t>Видеонаблюдение: запись, архив и автоматический поиск людей и машин в кадре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617720"/>
            <a:ext cx="1463040" cy="54864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B8794"/>
                </a:solidFill>
                <a:latin typeface="Calibri"/>
              </a:rPr>
              <a:t>Обзор системы · новое: экономия места на дисках · связь с картой мониторинга TreeAlarm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О чём пойдёт речь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Что система умеет и как ей пользуется обычный человек — оператор или охранник.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Новое: система научилась сама ужимать архив так, чтобы он занимал почти вдвое меньше места, а важное в кадре осталось чётким.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Как камеры связываются с картой мониторинга TreeAlarm — это отдельная возможность, не обязательная.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Сколько это стоит и как поставить.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ЧАСТЬ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Что умеет 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Простыми словами — без технических подробностей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Если коротко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Подключает обычные IP-камеры¹ и круглосуточно пишет с них видео.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Показывает живую картинку в браузере и позволяет отмотать архив на любой момент — как видеомагнитофон, только сразу по всем камерам.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Сама замечает в кадре людей, лица и машины и отмечает эти моменты, чтобы не пересматривать сутки записи ради двух минут.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Работает на вашем сервере. Видео никуда не уходит, подписки и интернета для работы не требуется.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Пользоваться системой бесплатно.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Что это даёт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Нужный момент находится за минуты, а не за часы: система заранее отметила, когда в кадре кто-то был.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Не нужен отдельный человек, который целый день смотрит в мониторы, — достаточно смотреть на отмеченные события.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Ничего не зависит от чужого облака: ни оплаты за место, ни риска, что запись пропадёт вместе с чужим сервисом.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Камеры подойдут почти любые: если камера умеет ONVIF² — а это почти все камеры последних лет, — менять то, что уже стоит на объекте, не придётся.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Архив занимает меньше места, а значит хранится дольше на тех же дисках.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Несколько камер на одном экране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Экран делится на 2, 4, 6, 8 или 9 окошек — как удобно смотреть. Набор камер задаёт администратор, оператор просто открывает готовый экран.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Каждое окошко живёт своей жизнью: одно можно оставить в прямом эфире, другое отмотать в прошлое, третье развернуть на весь экран.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Поворотной камерой (PTZ³) можно управлять прямо отсюда — покрутить, приблизить, встать на сохранённую точку обзора.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Каждый сотрудник может собрать себе временный экран из нужных камер для разбора происшествия и передать его коллеге.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57101"/>
            <a:ext cx="4437583" cy="279749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deo-w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989105"/>
            <a:ext cx="4373575" cy="27334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2375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Четыре камеры на одном экране. Полосы внизу показывают, за какие промежутки времени запись есть.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Поиск нужного момента в записи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Все камеры на экране отматываются вместе, одной ручкой: вы видите одно и то же время сразу со всех сторон.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Можно перейти на конкретную дату и время, шагнуть на полминуты назад или вперёд, перескочить на предыдущий день, где запись вообще есть.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Под картинкой — шкала времени: сразу видно, где запись есть, а где камера была выключена, и где система отметила события.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Из списка событий один щелчок — и вы уже смотрите этот момент со всех камер сразу.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Как система решает, когда писать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Писать постоянно — самый простой вариант: пишем, пока камера включена.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Писать только по тревоге — и это главное: система всё время держит последние секунды в памяти, поэтому в записи остаётся и то, что было ДО срабатывания, а не только после.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Не писать вовсе — например, для камеры, которую смотрят только вживую. Записывать и распознавать система начинает, когда камера поставлена «на охрану»⁴.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Сколько секунд сохранять до события и сколько после — задаётся обычными числами в настройках.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17921"/>
            <a:ext cx="4437583" cy="207585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ording-profi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49925"/>
            <a:ext cx="4373575" cy="20118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6293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Три готовых режима записи. Их можно настроить или добавить свои.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Расписание записи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Расписание рисуется мышкой по недельной сетке: закрасили рабочие часы — в это время пишем, остальное время не пишем.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Если нужно точнее, часы и минуты можно вписать вручную, а отдельные даты — праздники, разовые мероприятия — задать отдельно.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Запись можно начинать чуть раньше начала смены, чтобы не потерять первые минуты.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82310"/>
            <a:ext cx="4437583" cy="194707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ord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14314"/>
            <a:ext cx="4373575" cy="1883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498549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Рабочие часы, закрашенные мышкой по неделе.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Диски и надёжность хранения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Камере назначается не один диск, а несколько — по очереди. Первый занят или отвалился — запись сама уходит на следующий, никто ничего не теряет.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Дисков можно добавлять сколько нужно, в том числе сетевых хранилищ.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Старые записи и картинки событий удаляются автоматически — по сроку хранения и по занятому месту, так что диск не забьётся незаметно.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Система сама смотрит в камеру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Система умеет находить в кадре людей, лица и транспорт. Ничего скачивать и настраивать отдельно не нужно — всё уже внутри.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Включается по каждой камере отдельно: где-то важны машины, где-то люди, а какие-то камеры можно вообще не нагружать.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Настройки простые: что искать, насколько уверенно система должна быть в находке, как часто заглядывать в картинку.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Работает на обычном сервере, видеокарта не обязательна. Пока камера выключена — не тратит ничего.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70118"/>
            <a:ext cx="4437583" cy="2771459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002122"/>
            <a:ext cx="4373575" cy="27074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10741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Настройка распознавания для одной камеры: что искать и насколько придирчиво.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Что видит оператор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Список событий: когда, на какой камере, сколько длилось, с маленькими картинками — что именно там было.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На живом видео вокруг человека или машины рисуется рамка — сразу видно, на что система обратила внимание.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Человек, который прошёл мимо пяти камер, остаётся одним событием, а не пятью. Система узнаёт его по внешнему виду и связывает проходы вместе — в том числе если он вышел из кадра и вернулся.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Из любого события — один щелчок в архив, ровно на этот момент.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Как добавляются камеры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Система сама ищет камеры в сети и показывает, что нашла, — остаётся выбрать нужные. Если камера не нашлась, её можно добавить вручную по адресу.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Здесь же для каждой камеры указывается, на какие диски писать и по какому расписанию.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Вместо камеры можно подставить обычный видеофайл, и система будет работать с ним как с камерой. Удобно, чтобы показать систему заказчику или разобрать уже записанное происшествие.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169706"/>
            <a:ext cx="4437583" cy="237228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mera-set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01710"/>
            <a:ext cx="4373575" cy="2308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711153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Слева — список камер, справа — настройки выбранной и живая картинка с неё.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Настройка самой камеры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Лезть в веб-интерфейс каждой камеры не нужно: качество картинки, яркость, звук, повороты и реле настраиваются из одного места.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Показываются только те настройки, которые эта камера действительно поддерживает, — ничего лишнего и ничего, что не сработает.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Отсюда же выставляются часы камеры. Это важнее, чем кажется: если часы врут на десять минут, запись ляжет в архив не на то время, и найти её будет тяжело.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82310"/>
            <a:ext cx="4437583" cy="194707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nvif-conf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14314"/>
            <a:ext cx="4373575" cy="1883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498549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Настройки качества, прочитанные из камеры, рядом — живая картинка с неё.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Тревоги от самих камер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Многие камеры сами умеют замечать движение, пересечение линии, вход в запретную зону или срабатывание датчика на входе.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Система принимает такие сигналы, включает по ним запись и заносит их в общий список событий — рядом с тем, что нашла сама.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Готовые заготовки для обычных случаев уже есть, и видно, что именно камера присылает, — поэтому настроить получается быстро, даже с незнакомой моделью.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Кто и что имеет право видеть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Вход по логину можно включить, а можно обойтись без него — например, в маленькой закрытой сети.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Права раздаются по каждой камере отдельно и по каждому действию: смотреть живое, смотреть архив, крутить камеру, управлять, скачивать записи.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Скачать запись себе — это отдельное право. Можно разрешить смотреть архив, но не разрешить уносить его с объекта.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Права проверяются на сервере, а не просто прячут кнопки в интерфейсе: обойти их, зная адрес, не получится.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ЧАСТЬ 2 · НОВОЕ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Архив стал занимать меньше места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Важное в кадре остаётся чётким, всё остальное ужимается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В чём была 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Видеоархив — это диски, и они кончаются. Чем дольше нужно хранить записи, тем больше денег на железо.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Обычное сжатие видео не знает, что в кадре важно. Пустая стена и номер подъехавшей машины хранятся одинаково подробно.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А ведь система уже знает, где в кадре был человек или машина, — она сама их там нашла.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Значит, можно хранить подробно только эти места, а всё остальное — попроще.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Камера пишет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как обычно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66024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08340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Система замечает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людей и машины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88565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30881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Позже, без спешки,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пересжимает запись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11105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53421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Важное осталось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чётким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33646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75962" y="1709928"/>
            <a:ext cx="1929932" cy="1051560"/>
          </a:xfrm>
          <a:prstGeom prst="roundRect">
            <a:avLst/>
          </a:prstGeom>
          <a:solidFill>
            <a:srgbClr val="D6291E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Файл занимает</a:t>
            </a:r>
            <a:br/>
            <a:r>
              <a:rPr sz="1300" b="1">
                <a:solidFill>
                  <a:srgbClr val="FFFFFF"/>
                </a:solidFill>
                <a:latin typeface="Calibri"/>
              </a:rPr>
              <a:t>вдвое меньше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64407"/>
            <a:ext cx="1054577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Живая запись не трогается: камера пишет как писала. Пересжатие идёт потом — можно поставить его на ночь или на выходные, когда сервер свободен.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Если в записи ничего не происходило, её не трогают вообще: экономить там нечего, а лишний раз пережимать видео вредно.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Всё делается само, по расписанию. От оператора не требуется ничего.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Что получилось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i_chart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933" y="1527048"/>
            <a:ext cx="7445828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407407"/>
            <a:ext cx="10545775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Записи, в которых что-то происходило, стали занимать примерно вдвое меньше места.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На том же диске архив живёт заметно дольше: вместо десяти дней — около шестнадцати-семнадцати.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Качество там, где в кадре был человек или машина, при этом не упало.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25312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B8794"/>
                </a:solidFill>
                <a:latin typeface="Calibri"/>
              </a:rPr>
              <a:t>HEVC и H.264⁵ — два распространённых способа сжатия видео; проверили оба. Измерено на тестовой записи. Расчёт дней хранения — для записей, в которых система что-то нашла: те, где ничего не происходило, пересжатие не трогает.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Номер машины читается так же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Именно то, ради чего ведётся запись, — номер, лицо, человек у двери — остаётся читаемым.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Хуже становится там, где смотреть не на что: асфальт, стена, небо.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Мы отдельно проверили, что запас качества берётся не впритык по границе объекта, а с полем вокруг него: так надёжнее, а места это почти не стоит.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913821"/>
            <a:ext cx="4437583" cy="88405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lat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945825"/>
            <a:ext cx="4373575" cy="820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396703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Один и тот же кадр: слева запись хранилась как обычно, справа — после пересжатия, вдвое меньшим файлом.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Что настраивает администратор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Включать или не включать — решается по каждой камере. Где-то экономия заметная, где-то не нужна вовсе.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Через сколько часов после записи можно пережимать — чтобы свежий архив, который как раз смотрят, оставался нетронутым.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Насколько «оживлённой» должна быть запись, чтобы её вообще трогать. Если в кадре почти всё время кто-то есть, экономить особо нечего.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В интерфейсе видно, какие куски архива уже пережаты, — оператор всегда понимает, что именно он смотрит.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ЧАСТЬ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Связь с картой мониторинга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Камеры как объекты на карте TreeAlarm. Возможность отдельная и не обязательная.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TreeAlarm — карта состояния объектов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TreeAlarm показывает на карте объекты — здания, помещения, оборудование, датчики — и их состояние.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Объекты вложены друг в друга: город, завод, цех, серверная, датчик. Тревога снизу поднимается наверх, поэтому проблема видна сразу на общем виде, а потом можно спуститься до конкретного датчика.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Хранится не только текущее состояние, но и вся история: можно вернуться на неделю назад и посмотреть, что происходило и что к чему привело.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Есть журнал событий, схемы помещений для объектов без привязки к карте и небольшие дополнительные модули — например, опрос оборудования по сети.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68734"/>
            <a:ext cx="4437583" cy="1974226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00738"/>
            <a:ext cx="4373575" cy="1910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12125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Общий вид: объекты на карте, цветом показано их состояние.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История и журнал событий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796" y="1773380"/>
            <a:ext cx="5245455" cy="247913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-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5384"/>
            <a:ext cx="5181447" cy="24151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403391"/>
            <a:ext cx="51814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Поиск в истории: где объекты находились за выбранный период.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2443" y="1713032"/>
            <a:ext cx="5245455" cy="2599830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-eve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745036"/>
            <a:ext cx="5181447" cy="2535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4447" y="4463739"/>
            <a:ext cx="51814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Журнал событий с поиском и приложенными данными.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6636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Хранится не только «как сейчас», но и «как было» — по любому дню в прошлом.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Искать можно и по параметрам, и по участку карты.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Что даёт связка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Камеры сами появляются на карте как объекты — заводить их второй раз руками не надо.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Щёлкнули по камере на карте — сразу видите с неё живое видео или отматываете архив.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Прямо с карты камеру можно повернуть, поставить на охрану, включить запись.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Тревоги с камер попадают в общий журнал событий рядом с показаниями остального оборудования — картина по объекту получается одна.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Вход общий: сотрудник, вошедший в мониторинг, не логинится во второй раз.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Если связка не нужна — она просто выключена, и видеонаблюдение работает само по себе.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02141"/>
            <a:ext cx="4437583" cy="210741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34145"/>
            <a:ext cx="4373575" cy="2043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7871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Интерфейс TreeAlarm: список объектов, карта и свойства выбранного.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Установка и стоимость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Ставится на один обычный сервер⁶ с Linux одной командой — система собрана в Docker⁷. Отдельный специалист по видеонаблюдению для установки не нужен.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Всё хранится у вас: и записи, и настройки, и база. Остановка и запуск системы записи не теряют.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Заранее ничего не настроено: добавляете свои камеры, выбираете диск и расписание — и система работает.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Пользоваться системой бесплатно. Исходный код выдаётся по запросу.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Что нужно от вас: сервер, место на дисках под архив и сеть до камер. Для десятка камер хватит недорогой машины.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Словарик: слова с номерами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572768"/>
          <a:ext cx="1082009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625535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¹ IP-камера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Камера, которая подключается к сети, как компьютер, и отдаёт видео по проводу или по Wi-Fi. Старая аналоговая камера напрямую не подойдёт — ей нужен преобразователь.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² ONVIF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Общий язык, на котором разговаривают камеры разных производителей. Если камера его знает, система сама её найдёт в сети и настроит.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³ PTZ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Поворотная камера: её можно крутить, наклонять и приближать удалённо, не подходя к ней.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⁴ «На охране»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Режим камеры, в котором система обращает на неё внимание: пишет по тревоге и распознаёт происходящее. Снятая с охраны камера просто показывает картинку.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⁵ H.264 и HEVC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Два способа сжимать видео. HEVC (он же H.265) новее и ужимает сильнее; H.264 старее, зато его понимает любой браузер и любой телефон.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⁶ Сервер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Обычный компьютер, который работает круглосуточно и на котором стоит система. Отдельная стойка не нужна.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⁷ Docker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Способ устанавливать программы одним куском, вместе со всем, что им нужно для работы. Благодаря ему установка сводится к одной команде.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Для технических специалистов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То же самое, но с точными названиями и цифрами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Технические характеристики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572768"/>
          <a:ext cx="10820095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619695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Вход с камер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RTSP, управление устройством по ONVIF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Живое видео в браузер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WebRTC / WHEP через шлюз: браузер не обращается к медиасерверу напрямую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Архив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Фрагментированный MP4, воспроизведение по HLS; H.264 и H.265 пишутся как пришли, без перекодирования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Распознавание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OpenVINO на CPU или GPU: YOLO11 (люди, транспорт) и отдельный детектор лиц; сопоставление по внешнему виду между камерами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Пересжатие архива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Intel Quick Sync (VPL, mfxExtEncoderROI), VA-API или CPU (x265 / x264) — выбирается автоматически, GPU не обязателен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Вход и права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Keycloak (опционально), права по камере на пять действий, проверка на сервере на каждом запросе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Развёртывание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Docker Compose, готовые образы; порты 5134/tcp, 8554/tcp, 8889/tcp и 8189/udp (медиа WebRTC)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89788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Браузеры: архив H.264 играет везде. H.265 требует Firefox с libavcodec-extra, Chrome на системе со свежим VA-API либо аппаратного декодирования на macOS и Windows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Архитектура и цифры по пересжатию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Набор небольших сервисов, общающихся по gRPC; изменения конфигурации разъезжаются публикацией событий, а не опросом.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Масштабируется вширь: несколько медиароутеров MediaMTX, несколько пар «рекордер + хранилище» по узлам, воркеры распознавания шардируются по хэшу, веб-слой множится репликами.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Пересжатие: зоне вокруг найденного объекта задаётся отрицательная дельта QP, фону — положительная; прямоугольники выравниваются по блочной сетке кодера.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Замер на тестовой сцене 1280×720 при CQP 28 на Intel Quick Sync: HEVC 8,38 → 4,82 МБ (−42%), H.264 7,05 → 4,50 МБ (−36%). SSIM в зоне интереса: 0,9997 → 0,9949 на HEVC и 0,9993 → 0,9999 на H.264.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Поле вокруг рамки важнее силы усиления: расширение с 0 до 64 пикселей даёт вдесятеро больший выигрыш, чем утроение дельты QP, при том же размере файла.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Коротко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Готовая система видеонаблюдения: пишет, хранит, показывает и сама находит в кадре людей и машины. Ставится на ваш сервер и работает без интернета.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Новое: архив занимает почти вдвое меньше места на записях, где что-то происходило, — при этом номер и лицо остаются читаемыми.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При желании камеры подключаются к карте мониторинга TreeAlarm и становятся её частью. Но система самодостаточна и работает сама по себе.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892040"/>
            <a:ext cx="10820095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892040"/>
            <a:ext cx="82296" cy="123444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138928"/>
            <a:ext cx="99971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933"/>
                </a:solidFill>
                <a:latin typeface="Calibri"/>
              </a:rPr>
              <a:t>Пользоваться бесплатно · исходный код по запросу</a:t>
            </a:r>
            <a:br/>
            <a:r>
              <a:rPr sz="1600" b="1">
                <a:solidFill>
                  <a:srgbClr val="1F2933"/>
                </a:solidFill>
                <a:latin typeface="Calibri"/>
              </a:rPr>
              <a:t>treealarm.dev · Telegram: @treealarm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